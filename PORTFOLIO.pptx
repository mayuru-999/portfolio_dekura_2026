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0F5C6F-79D0-E231-D0AD-707A557F7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FF6962-47AC-FD5A-229E-70C0A067A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E5D02E-68C0-0BB7-F2DD-03E2C9E5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443323-4FBA-3FC4-4A56-445EB37D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8A1CBE-C81E-C2B9-6D82-8E1E4D14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89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3BDC0-A39C-985F-9A25-3FEFBD15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3321BC-00B7-E36F-2C26-B7A268239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5031C4-B87B-701D-D1B4-D8E75149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A464FC-1CB3-7E86-5268-E8D9479D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8B2F5E-C8D7-9B94-9E04-D7EC4CCA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DB1E0-351D-5D61-BCFD-3E8C76E9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B5C3C6-ADE3-103E-8097-D7EA03E80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874AAA-C813-9B68-771A-E0830354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F509EC-8732-75A6-88BB-F4547898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E90710-FC2F-9EDF-02EC-AD75E575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23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46C51-75FB-BC94-EA32-47BFEF07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F8B044-21B5-9775-BE0C-BA5D63F45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E32507-4E12-ED2C-F5B7-BCCE944EA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13BCEF-08A9-9BCE-5986-8BF758BB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FB876C-84F1-1BEF-638E-8D83046B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B9E244-50B4-7923-9FCF-56974532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583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D4F260-6ADA-34E5-A11F-26678A7B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674AB8-C3F3-F23A-FEB1-4FAE8B0E3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2D6E0F-C30E-450E-0814-DE6758C14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BCB185-9C20-0F5B-C691-27793A0AE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FB3183-F29D-DD05-A89B-C32A89241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F64E78-E1DB-BB62-DCF7-9AD45818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DDBF41C-5610-D48B-60F9-07353DE2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F59ECC-2445-1EBC-FE01-A1EA1DA0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04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6D6017-0C3D-1BA5-EE83-4B27EE24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9F7B49-A519-A8EF-3C29-5B40AD6E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E8C76A4-B0C4-BDCD-4C92-09ED1A0A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DB6CD1-B0D3-7F2D-632A-50455DD3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373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1D7928-6561-5D08-BAD0-19A8A02B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0441149-523E-ACEB-2B99-93D29466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1B9C38-A9A9-BB46-A17D-D8C776BF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8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DF3D90-7C1F-7AC2-8D11-94E2C26D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EFEDBA-E8F1-5C64-DEA3-053AD3FF7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0D04B0-EC30-3FA6-9B9D-A41C47947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007F11-E0EC-A2BB-EC8D-43FB197D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F608FB-8681-891E-786E-47F884A4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9B74A6-68B6-4332-B0E1-3BAD187D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5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B71942-A1B0-9C0F-FE43-B2667E8B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A9DB48D-C6DF-C218-3031-F48639E39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762CBD-B153-7337-D560-3140D5444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2E99C2-2659-E1AA-ACD7-D1191CD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D63BC3-4502-FC4A-6BE2-94EEC8D9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CD2D68-8471-CBE8-DE88-1484BF06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9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72B597-E539-65A0-82AD-BA212344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FE482F-4D52-490F-DD5C-0224287D5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56A725-FEAE-2E2E-61D5-30F47BA1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943D17-CC60-DAFF-59E6-6FB1454C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E2A676-91F4-4EC9-0E0F-4CDC24A3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140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EE7932-DF42-563C-41A5-CF39A303E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4C59C2-C076-71F2-D599-68063FD98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333FD7-D618-8325-D138-4AEADDCD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6ADD3C-5DFF-24A1-A152-13EC6001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591510-AB15-35B2-AD96-97B9E21A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39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073268-7B2C-0913-3198-7E4926B8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30D75A-1CA2-E80C-D7F3-2A286E12A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94DE7F-54DA-056B-10A7-6B272A41A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A8343-1B74-431F-B9C0-5DB348E4E4CE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857698-C3C1-053F-153C-3D9B07DF0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2C3D3A-2CC1-6BF4-BA08-D9777C3D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4903D-E6E2-499E-8F80-5ED51FF81C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4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ru10000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311E78F-C67F-C810-C60A-4A5CACCAF733}"/>
              </a:ext>
            </a:extLst>
          </p:cNvPr>
          <p:cNvSpPr txBox="1"/>
          <p:nvPr/>
        </p:nvSpPr>
        <p:spPr>
          <a:xfrm>
            <a:off x="861634" y="2054165"/>
            <a:ext cx="34820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0" dirty="0"/>
              <a:t>出倉 優光</a:t>
            </a:r>
            <a:endParaRPr lang="en-US" altLang="ja-JP" sz="6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24AB77-031A-C36E-E07B-7245F3756C2A}"/>
              </a:ext>
            </a:extLst>
          </p:cNvPr>
          <p:cNvSpPr txBox="1"/>
          <p:nvPr/>
        </p:nvSpPr>
        <p:spPr>
          <a:xfrm>
            <a:off x="928404" y="3069828"/>
            <a:ext cx="8468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仙台デザイン</a:t>
            </a:r>
            <a:r>
              <a:rPr lang="en-US" altLang="ja-JP" sz="2000" dirty="0"/>
              <a:t>&amp;</a:t>
            </a:r>
            <a:r>
              <a:rPr lang="ja-JP" altLang="en-US" sz="2000" dirty="0"/>
              <a:t>テクノロジー専門学校　スーパーゲームクリエーター科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6F4080-B6C4-5CBF-5437-0412F9A03470}"/>
              </a:ext>
            </a:extLst>
          </p:cNvPr>
          <p:cNvSpPr txBox="1"/>
          <p:nvPr/>
        </p:nvSpPr>
        <p:spPr>
          <a:xfrm>
            <a:off x="4343677" y="2430911"/>
            <a:ext cx="2441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でくら ゆうひ</a:t>
            </a:r>
            <a:endParaRPr lang="en-US" altLang="ja-JP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630BEDD-9015-82BE-7410-FF0C0FB803DF}"/>
              </a:ext>
            </a:extLst>
          </p:cNvPr>
          <p:cNvSpPr txBox="1"/>
          <p:nvPr/>
        </p:nvSpPr>
        <p:spPr>
          <a:xfrm>
            <a:off x="928404" y="3587844"/>
            <a:ext cx="8468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Email	</a:t>
            </a:r>
            <a:r>
              <a:rPr lang="ja-JP" altLang="en-US" sz="2000" dirty="0"/>
              <a:t>：</a:t>
            </a:r>
            <a:r>
              <a:rPr lang="en-US" altLang="ja-JP" sz="2000" dirty="0">
                <a:hlinkClick r:id="rId2"/>
              </a:rPr>
              <a:t>mariru10000@gmail.com</a:t>
            </a:r>
            <a:endParaRPr lang="en-US" altLang="ja-JP" sz="2000" dirty="0"/>
          </a:p>
          <a:p>
            <a:r>
              <a:rPr lang="en-US" altLang="ja-JP" sz="2000" dirty="0"/>
              <a:t>GitHub	</a:t>
            </a:r>
            <a:r>
              <a:rPr lang="ja-JP" altLang="en-US" sz="2000" dirty="0"/>
              <a:t>：</a:t>
            </a:r>
            <a:r>
              <a:rPr lang="en-US" altLang="ja-JP" sz="2000" dirty="0"/>
              <a:t>https://github.com/mayuru-999/portfolio_dekura_2026.git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73E6FF5-BCC6-C437-5A63-83D5FD6895E5}"/>
              </a:ext>
            </a:extLst>
          </p:cNvPr>
          <p:cNvSpPr txBox="1"/>
          <p:nvPr/>
        </p:nvSpPr>
        <p:spPr>
          <a:xfrm>
            <a:off x="928404" y="4413636"/>
            <a:ext cx="8468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C / C++ / C#</a:t>
            </a:r>
          </a:p>
          <a:p>
            <a:r>
              <a:rPr lang="en-US" altLang="ja-JP" sz="2000" dirty="0"/>
              <a:t>Git / GitHub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6CABE42-99BF-68CA-9B5A-D1B90AEDCB00}"/>
              </a:ext>
            </a:extLst>
          </p:cNvPr>
          <p:cNvSpPr txBox="1"/>
          <p:nvPr/>
        </p:nvSpPr>
        <p:spPr>
          <a:xfrm>
            <a:off x="928404" y="5190576"/>
            <a:ext cx="8468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情報技術検定</a:t>
            </a:r>
            <a:r>
              <a:rPr lang="en-US" altLang="ja-JP" sz="2000" dirty="0"/>
              <a:t>2</a:t>
            </a:r>
            <a:r>
              <a:rPr lang="ja-JP" altLang="en-US" sz="2000" dirty="0"/>
              <a:t>級　合格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43520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1F001B-7289-4E88-93B1-D376E8C94173}"/>
              </a:ext>
            </a:extLst>
          </p:cNvPr>
          <p:cNvSpPr txBox="1"/>
          <p:nvPr/>
        </p:nvSpPr>
        <p:spPr>
          <a:xfrm>
            <a:off x="928404" y="1657444"/>
            <a:ext cx="84684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・</a:t>
            </a:r>
            <a:r>
              <a:rPr lang="en-US" altLang="ja-JP" sz="2000" dirty="0"/>
              <a:t>DxLib</a:t>
            </a:r>
            <a:r>
              <a:rPr lang="ja-JP" altLang="en-US" sz="2000" dirty="0"/>
              <a:t>を用いた</a:t>
            </a:r>
            <a:r>
              <a:rPr lang="en-US" altLang="ja-JP" sz="2000" dirty="0"/>
              <a:t>C++</a:t>
            </a:r>
            <a:r>
              <a:rPr lang="ja-JP" altLang="en-US" sz="2000" dirty="0"/>
              <a:t>環境でのゲームを開発。データ管理やコーディングが得意。可読性の高い、きれいなコーディングを心がけています。一度手を付けたものは細部まで、時間いっぱいにこだわります。</a:t>
            </a:r>
            <a:endParaRPr lang="en-US" altLang="ja-JP" sz="2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0F1541-7FE7-C3E8-B371-6EEC717E073D}"/>
              </a:ext>
            </a:extLst>
          </p:cNvPr>
          <p:cNvSpPr txBox="1"/>
          <p:nvPr/>
        </p:nvSpPr>
        <p:spPr>
          <a:xfrm>
            <a:off x="928403" y="3100824"/>
            <a:ext cx="102295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〇技術学習歴</a:t>
            </a:r>
            <a:endParaRPr lang="en-US" altLang="ja-JP" sz="2000" dirty="0"/>
          </a:p>
          <a:p>
            <a:r>
              <a:rPr lang="ja-JP" altLang="en-US" sz="2000" dirty="0"/>
              <a:t>・高校</a:t>
            </a:r>
            <a:br>
              <a:rPr lang="en-US" altLang="ja-JP" sz="2000" dirty="0"/>
            </a:br>
            <a:r>
              <a:rPr lang="ja-JP" altLang="en-US" sz="2000" dirty="0"/>
              <a:t>　　</a:t>
            </a:r>
            <a:r>
              <a:rPr lang="en-US" altLang="ja-JP" sz="2000" dirty="0"/>
              <a:t>	C/C+/C#</a:t>
            </a:r>
            <a:r>
              <a:rPr lang="ja-JP" altLang="en-US" sz="2000" dirty="0"/>
              <a:t>環境でのコーディング、データ管理</a:t>
            </a:r>
            <a:endParaRPr lang="en-US" altLang="ja-JP" sz="2000" dirty="0"/>
          </a:p>
          <a:p>
            <a:r>
              <a:rPr lang="en-US" altLang="ja-JP" sz="2000" dirty="0"/>
              <a:t>	</a:t>
            </a:r>
            <a:r>
              <a:rPr lang="ja-JP" altLang="en-US" sz="2000" dirty="0"/>
              <a:t>ラズベリーパイ</a:t>
            </a:r>
            <a:r>
              <a:rPr lang="en-US" altLang="ja-JP" sz="2000" dirty="0"/>
              <a:t>(linaxOS)</a:t>
            </a:r>
            <a:r>
              <a:rPr lang="ja-JP" altLang="en-US" sz="2000" dirty="0"/>
              <a:t>を用いた</a:t>
            </a:r>
            <a:r>
              <a:rPr lang="en-US" altLang="ja-JP" sz="2000" dirty="0"/>
              <a:t>C</a:t>
            </a:r>
            <a:r>
              <a:rPr lang="ja-JP" altLang="en-US" sz="2000" dirty="0"/>
              <a:t>環境下でのゲーム開発 </a:t>
            </a:r>
            <a:r>
              <a:rPr lang="en-US" altLang="ja-JP" sz="2000" dirty="0"/>
              <a:t>(</a:t>
            </a:r>
            <a:r>
              <a:rPr lang="ja-JP" altLang="en-US" sz="2000" dirty="0"/>
              <a:t>▷個人製作で後述</a:t>
            </a:r>
            <a:r>
              <a:rPr lang="en-US" altLang="ja-JP" sz="2000" dirty="0"/>
              <a:t>)</a:t>
            </a:r>
          </a:p>
          <a:p>
            <a:r>
              <a:rPr lang="en-US" altLang="ja-JP" sz="2000" dirty="0"/>
              <a:t>	web</a:t>
            </a:r>
            <a:r>
              <a:rPr lang="ja-JP" altLang="en-US" sz="2000" dirty="0"/>
              <a:t>開発</a:t>
            </a:r>
            <a:r>
              <a:rPr lang="en-US" altLang="ja-JP" sz="2000" dirty="0"/>
              <a:t>(html,css,java)</a:t>
            </a:r>
          </a:p>
          <a:p>
            <a:endParaRPr lang="en-US" altLang="ja-JP" sz="2000" dirty="0"/>
          </a:p>
          <a:p>
            <a:r>
              <a:rPr lang="ja-JP" altLang="en-US" sz="2000" dirty="0"/>
              <a:t>・専門学校</a:t>
            </a:r>
            <a:endParaRPr lang="en-US" altLang="ja-JP" sz="2000" dirty="0"/>
          </a:p>
          <a:p>
            <a:r>
              <a:rPr lang="en-US" altLang="ja-JP" sz="2000" dirty="0"/>
              <a:t>	C++</a:t>
            </a:r>
            <a:r>
              <a:rPr lang="ja-JP" altLang="en-US" sz="2000" dirty="0"/>
              <a:t>環境でのゲーム開発</a:t>
            </a:r>
            <a:endParaRPr lang="en-US" altLang="ja-JP" sz="2000" dirty="0"/>
          </a:p>
          <a:p>
            <a:r>
              <a:rPr lang="en-US" altLang="ja-JP" sz="2000" dirty="0"/>
              <a:t>	Unity/C#</a:t>
            </a:r>
            <a:r>
              <a:rPr lang="ja-JP" altLang="en-US" sz="2000" dirty="0"/>
              <a:t>環境でのゲーム開発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13076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23303C-FDAD-E7DA-8CCA-22B771F6C2E1}"/>
              </a:ext>
            </a:extLst>
          </p:cNvPr>
          <p:cNvSpPr txBox="1"/>
          <p:nvPr/>
        </p:nvSpPr>
        <p:spPr>
          <a:xfrm>
            <a:off x="0" y="773230"/>
            <a:ext cx="84684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個人制作</a:t>
            </a:r>
            <a:endParaRPr lang="en-US" altLang="ja-JP" sz="3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E3F893-CC10-DA11-57B3-92660AC4734C}"/>
              </a:ext>
            </a:extLst>
          </p:cNvPr>
          <p:cNvSpPr txBox="1"/>
          <p:nvPr/>
        </p:nvSpPr>
        <p:spPr>
          <a:xfrm>
            <a:off x="928404" y="1657444"/>
            <a:ext cx="798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赤外線を用いたシューティングゲーム</a:t>
            </a:r>
            <a:endParaRPr lang="en-US" altLang="ja-JP" sz="3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6033D2-E5A5-F30B-F452-525361502521}"/>
              </a:ext>
            </a:extLst>
          </p:cNvPr>
          <p:cNvSpPr txBox="1"/>
          <p:nvPr/>
        </p:nvSpPr>
        <p:spPr>
          <a:xfrm>
            <a:off x="1310368" y="2242219"/>
            <a:ext cx="84684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高校</a:t>
            </a:r>
            <a:r>
              <a:rPr lang="en-US" altLang="ja-JP" sz="2000" dirty="0"/>
              <a:t>3</a:t>
            </a:r>
            <a:r>
              <a:rPr lang="ja-JP" altLang="en-US" sz="2000" dirty="0"/>
              <a:t>年時に作成。トリガーを引くとプレイヤーデータを設定した赤外線データを送信。相手側の受信チップ</a:t>
            </a:r>
            <a:r>
              <a:rPr lang="en-US" altLang="ja-JP" sz="2000" dirty="0"/>
              <a:t>(</a:t>
            </a:r>
            <a:r>
              <a:rPr lang="ja-JP" altLang="en-US" sz="2000" dirty="0"/>
              <a:t>被弾ポイント</a:t>
            </a:r>
            <a:r>
              <a:rPr lang="en-US" altLang="ja-JP" sz="2000" dirty="0"/>
              <a:t>)</a:t>
            </a:r>
            <a:r>
              <a:rPr lang="ja-JP" altLang="en-US" sz="2000" dirty="0"/>
              <a:t>に当たると、受信したデータをもとに被弾したかどうかを判断する。</a:t>
            </a:r>
            <a:r>
              <a:rPr lang="en-US" altLang="ja-JP" sz="2000" dirty="0"/>
              <a:t>HIT</a:t>
            </a:r>
            <a:r>
              <a:rPr lang="ja-JP" altLang="en-US" sz="2000" dirty="0"/>
              <a:t>ごとに体力を示す</a:t>
            </a:r>
            <a:r>
              <a:rPr lang="en-US" altLang="ja-JP" sz="2000" dirty="0"/>
              <a:t>FCLED</a:t>
            </a:r>
            <a:r>
              <a:rPr lang="ja-JP" altLang="en-US" sz="2000" dirty="0"/>
              <a:t>の色が変わり、</a:t>
            </a:r>
            <a:r>
              <a:rPr lang="en-US" altLang="ja-JP" sz="2000" dirty="0"/>
              <a:t>3HIT</a:t>
            </a:r>
            <a:r>
              <a:rPr lang="ja-JP" altLang="en-US" sz="2000" dirty="0"/>
              <a:t>でゲームオーバーとなる。</a:t>
            </a:r>
            <a:endParaRPr lang="en-US" altLang="ja-JP" sz="2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E3FF57D-3E1B-12BE-80CB-32C0AFDAE224}"/>
              </a:ext>
            </a:extLst>
          </p:cNvPr>
          <p:cNvSpPr/>
          <p:nvPr/>
        </p:nvSpPr>
        <p:spPr>
          <a:xfrm>
            <a:off x="868789" y="3958540"/>
            <a:ext cx="3142026" cy="2303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ED51FD-524C-D898-FCDF-9AB1FE4D42FB}"/>
              </a:ext>
            </a:extLst>
          </p:cNvPr>
          <p:cNvSpPr/>
          <p:nvPr/>
        </p:nvSpPr>
        <p:spPr>
          <a:xfrm>
            <a:off x="4591979" y="3958540"/>
            <a:ext cx="3142026" cy="2303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0331E26-C068-83AB-C8C6-815B719075D2}"/>
              </a:ext>
            </a:extLst>
          </p:cNvPr>
          <p:cNvSpPr/>
          <p:nvPr/>
        </p:nvSpPr>
        <p:spPr>
          <a:xfrm>
            <a:off x="8315169" y="3958540"/>
            <a:ext cx="3142026" cy="2303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43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650259-8F9E-376B-D644-CC1DD1339054}"/>
              </a:ext>
            </a:extLst>
          </p:cNvPr>
          <p:cNvSpPr txBox="1"/>
          <p:nvPr/>
        </p:nvSpPr>
        <p:spPr>
          <a:xfrm>
            <a:off x="0" y="773230"/>
            <a:ext cx="84684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チーム制作</a:t>
            </a:r>
            <a:endParaRPr lang="en-US" altLang="ja-JP" sz="32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5C9289-E7FA-7F19-61F8-2D1CECF212B6}"/>
              </a:ext>
            </a:extLst>
          </p:cNvPr>
          <p:cNvSpPr txBox="1"/>
          <p:nvPr/>
        </p:nvSpPr>
        <p:spPr>
          <a:xfrm>
            <a:off x="928404" y="1657444"/>
            <a:ext cx="798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マチコワ！　</a:t>
            </a:r>
            <a:endParaRPr lang="en-US" altLang="ja-JP" sz="3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7D8172-7A05-5379-76F0-596664C05FA6}"/>
              </a:ext>
            </a:extLst>
          </p:cNvPr>
          <p:cNvSpPr txBox="1"/>
          <p:nvPr/>
        </p:nvSpPr>
        <p:spPr>
          <a:xfrm>
            <a:off x="3040783" y="1749776"/>
            <a:ext cx="375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project</a:t>
            </a:r>
            <a:r>
              <a:rPr lang="ja-JP" altLang="en-US" sz="2000" dirty="0"/>
              <a:t>：</a:t>
            </a:r>
            <a:r>
              <a:rPr lang="en-US" altLang="ja-JP" sz="2000" dirty="0"/>
              <a:t>teamH_project_UwU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6C52AE-BCD9-865A-1CAC-A4DF26CF3C89}"/>
              </a:ext>
            </a:extLst>
          </p:cNvPr>
          <p:cNvSpPr txBox="1"/>
          <p:nvPr/>
        </p:nvSpPr>
        <p:spPr>
          <a:xfrm>
            <a:off x="1310368" y="2242219"/>
            <a:ext cx="8468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専門１年時に作成。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5562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485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3898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CABED-EBFF-7A5B-FDCF-08BDD544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4114800" cy="72189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en-US" altLang="ja-JP" dirty="0"/>
              <a:t>PORTFOLIO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533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ワイド画面</PresentationFormat>
  <Paragraphs>31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PORTFOLIO</vt:lpstr>
      <vt:lpstr>PORTFOLIO</vt:lpstr>
      <vt:lpstr>PORTFOLIO</vt:lpstr>
      <vt:lpstr>PORTFOLIO</vt:lpstr>
      <vt:lpstr>PORTFOLIO</vt:lpstr>
      <vt:lpstr>PORTFOLIO</vt:lpstr>
      <vt:lpstr>PORTFOLIO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2026-05-08T05:42:15Z</dcterms:created>
  <dcterms:modified xsi:type="dcterms:W3CDTF">2026-05-08T05:42:26Z</dcterms:modified>
</cp:coreProperties>
</file>